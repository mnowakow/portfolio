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5" r:id="rId2"/>
    <p:sldId id="268" r:id="rId3"/>
    <p:sldId id="266" r:id="rId4"/>
    <p:sldId id="26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66F7E-5A4F-9242-8CDA-33CD544CA208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3B1999-55B2-024F-B0DC-04214E7385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8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wichtig</a:t>
            </a:r>
            <a:r>
              <a:rPr lang="en-US" dirty="0"/>
              <a:t>, die </a:t>
            </a:r>
            <a:r>
              <a:rPr lang="en-US" dirty="0" err="1"/>
              <a:t>Ergebnisse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teilen</a:t>
            </a:r>
            <a:r>
              <a:rPr lang="en-US" dirty="0"/>
              <a:t>.</a:t>
            </a:r>
          </a:p>
          <a:p>
            <a:r>
              <a:rPr lang="en-US" dirty="0"/>
              <a:t>Denn das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Ergbenis</a:t>
            </a:r>
            <a:r>
              <a:rPr lang="en-US" dirty="0"/>
              <a:t> dieses </a:t>
            </a:r>
            <a:r>
              <a:rPr lang="en-US" dirty="0" err="1"/>
              <a:t>Projekts</a:t>
            </a:r>
            <a:r>
              <a:rPr lang="en-US" dirty="0"/>
              <a:t>: Interaction Design Guides, die </a:t>
            </a:r>
            <a:r>
              <a:rPr lang="en-US" dirty="0" err="1"/>
              <a:t>helfen</a:t>
            </a:r>
            <a:r>
              <a:rPr lang="en-US" dirty="0"/>
              <a:t> </a:t>
            </a:r>
            <a:r>
              <a:rPr lang="en-US" dirty="0" err="1"/>
              <a:t>sollen</a:t>
            </a:r>
            <a:r>
              <a:rPr lang="en-US" dirty="0"/>
              <a:t> für </a:t>
            </a:r>
            <a:r>
              <a:rPr lang="en-US" dirty="0" err="1"/>
              <a:t>solche</a:t>
            </a:r>
            <a:r>
              <a:rPr lang="en-US" dirty="0"/>
              <a:t> </a:t>
            </a:r>
            <a:r>
              <a:rPr lang="en-US" dirty="0" err="1"/>
              <a:t>Szenarien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entwickeln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Also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für die </a:t>
            </a:r>
            <a:r>
              <a:rPr lang="en-US" dirty="0" err="1"/>
              <a:t>Testrunde</a:t>
            </a:r>
            <a:r>
              <a:rPr lang="en-US" dirty="0"/>
              <a:t> für die </a:t>
            </a:r>
            <a:r>
              <a:rPr lang="en-US" dirty="0" err="1"/>
              <a:t>denken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drei</a:t>
            </a:r>
            <a:r>
              <a:rPr lang="en-US" dirty="0"/>
              <a:t> </a:t>
            </a:r>
            <a:r>
              <a:rPr lang="en-US" dirty="0" err="1"/>
              <a:t>wichtigsten</a:t>
            </a:r>
            <a:r>
              <a:rPr lang="en-US" dirty="0"/>
              <a:t> </a:t>
            </a:r>
            <a:r>
              <a:rPr lang="en-US" dirty="0" err="1"/>
              <a:t>Bereiche</a:t>
            </a:r>
            <a:r>
              <a:rPr lang="en-US" dirty="0"/>
              <a:t> </a:t>
            </a:r>
            <a:r>
              <a:rPr lang="en-US" dirty="0" err="1"/>
              <a:t>entschieden</a:t>
            </a:r>
            <a:r>
              <a:rPr lang="en-US" dirty="0"/>
              <a:t>, die die Zusammenarbeit </a:t>
            </a:r>
            <a:r>
              <a:rPr lang="en-US" dirty="0" err="1"/>
              <a:t>zwischen</a:t>
            </a:r>
            <a:r>
              <a:rPr lang="en-US" dirty="0"/>
              <a:t> </a:t>
            </a:r>
            <a:r>
              <a:rPr lang="en-US" dirty="0" err="1"/>
              <a:t>Gewerken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Schnelle </a:t>
            </a:r>
            <a:r>
              <a:rPr lang="en-US" dirty="0" err="1"/>
              <a:t>Arbeitsweise</a:t>
            </a:r>
            <a:r>
              <a:rPr lang="en-US" dirty="0"/>
              <a:t> </a:t>
            </a:r>
            <a:r>
              <a:rPr lang="en-US" dirty="0" err="1"/>
              <a:t>z.B.</a:t>
            </a:r>
            <a:r>
              <a:rPr lang="en-US" dirty="0"/>
              <a:t> hinter der Bühne </a:t>
            </a:r>
            <a:r>
              <a:rPr lang="en-US" dirty="0" err="1"/>
              <a:t>ermöglichen</a:t>
            </a:r>
            <a:r>
              <a:rPr lang="en-US" dirty="0"/>
              <a:t> </a:t>
            </a:r>
            <a:r>
              <a:rPr lang="en-US" dirty="0" err="1"/>
              <a:t>sollen</a:t>
            </a:r>
            <a:r>
              <a:rPr lang="en-US" dirty="0"/>
              <a:t>.</a:t>
            </a:r>
          </a:p>
          <a:p>
            <a:r>
              <a:rPr lang="en-US" dirty="0"/>
              <a:t>Navigation, Diff und Annotation</a:t>
            </a:r>
          </a:p>
          <a:p>
            <a:endParaRPr lang="en-US" dirty="0"/>
          </a:p>
          <a:p>
            <a:r>
              <a:rPr lang="en-US" dirty="0" err="1"/>
              <a:t>Dahinter</a:t>
            </a:r>
            <a:r>
              <a:rPr lang="en-US" dirty="0"/>
              <a:t> </a:t>
            </a:r>
            <a:r>
              <a:rPr lang="en-US" dirty="0" err="1"/>
              <a:t>steht</a:t>
            </a:r>
            <a:r>
              <a:rPr lang="en-US" dirty="0"/>
              <a:t> die </a:t>
            </a:r>
            <a:r>
              <a:rPr lang="en-US" dirty="0" err="1"/>
              <a:t>Grundsätzliche</a:t>
            </a:r>
            <a:r>
              <a:rPr lang="en-US" dirty="0"/>
              <a:t> </a:t>
            </a:r>
            <a:r>
              <a:rPr lang="en-US" dirty="0" err="1"/>
              <a:t>Beobachtung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das </a:t>
            </a:r>
            <a:r>
              <a:rPr lang="en-US" dirty="0" err="1"/>
              <a:t>Lesen</a:t>
            </a:r>
            <a:r>
              <a:rPr lang="en-US" dirty="0"/>
              <a:t> in </a:t>
            </a:r>
            <a:r>
              <a:rPr lang="en-US" dirty="0" err="1"/>
              <a:t>Auszügen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linear </a:t>
            </a:r>
            <a:r>
              <a:rPr lang="en-US" dirty="0" err="1"/>
              <a:t>ist</a:t>
            </a:r>
            <a:r>
              <a:rPr lang="en-US" dirty="0"/>
              <a:t>, (</a:t>
            </a:r>
            <a:r>
              <a:rPr lang="en-US" dirty="0" err="1"/>
              <a:t>außer</a:t>
            </a:r>
            <a:r>
              <a:rPr lang="en-US" dirty="0"/>
              <a:t> </a:t>
            </a:r>
            <a:r>
              <a:rPr lang="en-US" dirty="0" err="1"/>
              <a:t>beim</a:t>
            </a:r>
            <a:r>
              <a:rPr lang="en-US" dirty="0"/>
              <a:t> </a:t>
            </a:r>
            <a:r>
              <a:rPr lang="en-US" dirty="0" err="1"/>
              <a:t>musikaliscshen</a:t>
            </a:r>
            <a:r>
              <a:rPr lang="en-US" dirty="0"/>
              <a:t> Personal und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während</a:t>
            </a:r>
            <a:r>
              <a:rPr lang="en-US" dirty="0"/>
              <a:t> der </a:t>
            </a:r>
            <a:r>
              <a:rPr lang="en-US" dirty="0" err="1"/>
              <a:t>Aufführung</a:t>
            </a:r>
            <a:r>
              <a:rPr lang="en-US" dirty="0"/>
              <a:t>)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Visualisierung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Stapeln</a:t>
            </a:r>
            <a:r>
              <a:rPr lang="en-US" dirty="0"/>
              <a:t> von </a:t>
            </a:r>
            <a:r>
              <a:rPr lang="en-US" dirty="0" err="1"/>
              <a:t>abgesprungenen</a:t>
            </a:r>
            <a:r>
              <a:rPr lang="en-US" dirty="0"/>
              <a:t> Seiten</a:t>
            </a:r>
          </a:p>
          <a:p>
            <a:pPr marL="685800" lvl="1" indent="-228600">
              <a:buAutoNum type="arabicPeriod"/>
            </a:pPr>
            <a:r>
              <a:rPr lang="en-US" dirty="0"/>
              <a:t>Wenn ich </a:t>
            </a:r>
            <a:r>
              <a:rPr lang="en-US" dirty="0" err="1"/>
              <a:t>aus</a:t>
            </a:r>
            <a:r>
              <a:rPr lang="en-US" dirty="0"/>
              <a:t> der </a:t>
            </a:r>
            <a:r>
              <a:rPr lang="en-US" dirty="0" err="1"/>
              <a:t>Miniview</a:t>
            </a:r>
            <a:r>
              <a:rPr lang="en-US" dirty="0"/>
              <a:t> </a:t>
            </a:r>
            <a:r>
              <a:rPr lang="en-US" dirty="0" err="1"/>
              <a:t>etwas</a:t>
            </a:r>
            <a:r>
              <a:rPr lang="en-US" dirty="0"/>
              <a:t> </a:t>
            </a:r>
            <a:r>
              <a:rPr lang="en-US" dirty="0" err="1"/>
              <a:t>auswähle</a:t>
            </a:r>
            <a:r>
              <a:rPr lang="en-US" dirty="0"/>
              <a:t> und auf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Seite</a:t>
            </a:r>
            <a:r>
              <a:rPr lang="en-US" dirty="0"/>
              <a:t> springe: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komme</a:t>
            </a:r>
            <a:r>
              <a:rPr lang="en-US" dirty="0"/>
              <a:t> ich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zurück</a:t>
            </a:r>
            <a:r>
              <a:rPr lang="en-US" dirty="0"/>
              <a:t>? (Z.B. ich muss schnell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Sänger</a:t>
            </a:r>
            <a:r>
              <a:rPr lang="en-US" dirty="0"/>
              <a:t> seinen part </a:t>
            </a:r>
            <a:r>
              <a:rPr lang="en-US" dirty="0" err="1"/>
              <a:t>zeigen</a:t>
            </a:r>
            <a:r>
              <a:rPr lang="en-US" dirty="0"/>
              <a:t>)</a:t>
            </a:r>
          </a:p>
          <a:p>
            <a:pPr marL="228600" indent="-228600">
              <a:buAutoNum type="arabicPeriod"/>
            </a:pPr>
            <a:r>
              <a:rPr lang="en-US" dirty="0" err="1"/>
              <a:t>Übersichten</a:t>
            </a:r>
            <a:r>
              <a:rPr lang="en-US" dirty="0"/>
              <a:t> von </a:t>
            </a:r>
            <a:r>
              <a:rPr lang="en-US" dirty="0" err="1"/>
              <a:t>Markern</a:t>
            </a:r>
            <a:r>
              <a:rPr lang="en-US" dirty="0"/>
              <a:t> in Listen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090EF-449B-5242-A69B-3BD2B4D43B9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0845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</a:t>
            </a:r>
            <a:r>
              <a:rPr lang="en-US" dirty="0" err="1"/>
              <a:t>Scrollrad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function, um das </a:t>
            </a:r>
            <a:r>
              <a:rPr lang="en-US" dirty="0" err="1"/>
              <a:t>navigieren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beschleunigen</a:t>
            </a:r>
            <a:r>
              <a:rPr lang="en-US" dirty="0"/>
              <a:t>. Mit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Seitenanzeige</a:t>
            </a:r>
            <a:r>
              <a:rPr lang="en-US" dirty="0"/>
              <a:t> </a:t>
            </a:r>
            <a:r>
              <a:rPr lang="en-US" dirty="0" err="1"/>
              <a:t>sieht</a:t>
            </a:r>
            <a:r>
              <a:rPr lang="en-US" dirty="0"/>
              <a:t> man dan </a:t>
            </a:r>
            <a:r>
              <a:rPr lang="en-US" dirty="0" err="1"/>
              <a:t>auch</a:t>
            </a:r>
            <a:r>
              <a:rPr lang="en-US" dirty="0"/>
              <a:t>, wo man </a:t>
            </a:r>
            <a:r>
              <a:rPr lang="en-US" dirty="0" err="1"/>
              <a:t>ist</a:t>
            </a:r>
            <a:r>
              <a:rPr lang="en-US" dirty="0"/>
              <a:t>.</a:t>
            </a:r>
          </a:p>
          <a:p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soll</a:t>
            </a:r>
            <a:r>
              <a:rPr lang="en-US" dirty="0"/>
              <a:t> die </a:t>
            </a:r>
            <a:r>
              <a:rPr lang="en-US" dirty="0" err="1"/>
              <a:t>Swipebewegung</a:t>
            </a:r>
            <a:r>
              <a:rPr lang="en-US" dirty="0"/>
              <a:t> </a:t>
            </a:r>
            <a:r>
              <a:rPr lang="en-US" dirty="0" err="1"/>
              <a:t>verkürzen</a:t>
            </a:r>
            <a:r>
              <a:rPr lang="en-US" dirty="0"/>
              <a:t>, die </a:t>
            </a:r>
            <a:r>
              <a:rPr lang="en-US" dirty="0" err="1"/>
              <a:t>auch</a:t>
            </a:r>
            <a:r>
              <a:rPr lang="en-US" dirty="0"/>
              <a:t> legitim </a:t>
            </a:r>
            <a:r>
              <a:rPr lang="en-US" dirty="0" err="1"/>
              <a:t>ist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eher</a:t>
            </a:r>
            <a:r>
              <a:rPr lang="en-US" dirty="0"/>
              <a:t> für das </a:t>
            </a:r>
            <a:r>
              <a:rPr lang="en-US" dirty="0" err="1"/>
              <a:t>feine</a:t>
            </a:r>
            <a:r>
              <a:rPr lang="en-US" dirty="0"/>
              <a:t>, </a:t>
            </a:r>
            <a:r>
              <a:rPr lang="en-US" dirty="0" err="1"/>
              <a:t>anstatt</a:t>
            </a:r>
            <a:r>
              <a:rPr lang="en-US" dirty="0"/>
              <a:t> für das </a:t>
            </a:r>
            <a:r>
              <a:rPr lang="en-US" dirty="0" err="1"/>
              <a:t>grobe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wesentlichen</a:t>
            </a:r>
            <a:r>
              <a:rPr lang="en-US" dirty="0"/>
              <a:t> </a:t>
            </a:r>
            <a:r>
              <a:rPr lang="en-US" dirty="0" err="1"/>
              <a:t>versuchen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Lösung</a:t>
            </a:r>
            <a:r>
              <a:rPr lang="en-US" dirty="0"/>
              <a:t> für </a:t>
            </a:r>
            <a:r>
              <a:rPr lang="en-US" dirty="0" err="1"/>
              <a:t>eine</a:t>
            </a:r>
            <a:r>
              <a:rPr lang="en-US" dirty="0"/>
              <a:t> Geste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finden</a:t>
            </a:r>
            <a:r>
              <a:rPr lang="en-US" dirty="0"/>
              <a:t>, die ich </a:t>
            </a:r>
            <a:r>
              <a:rPr lang="en-US" dirty="0" err="1"/>
              <a:t>während</a:t>
            </a:r>
            <a:r>
              <a:rPr lang="en-US" dirty="0"/>
              <a:t> </a:t>
            </a:r>
            <a:r>
              <a:rPr lang="en-US" dirty="0" err="1"/>
              <a:t>meinem</a:t>
            </a:r>
            <a:r>
              <a:rPr lang="en-US" dirty="0"/>
              <a:t> </a:t>
            </a:r>
            <a:r>
              <a:rPr lang="en-US" dirty="0" err="1"/>
              <a:t>Aufenthalt</a:t>
            </a:r>
            <a:r>
              <a:rPr lang="en-US" dirty="0"/>
              <a:t> </a:t>
            </a:r>
            <a:r>
              <a:rPr lang="en-US" dirty="0" err="1"/>
              <a:t>vielmals</a:t>
            </a:r>
            <a:r>
              <a:rPr lang="en-US" dirty="0"/>
              <a:t> </a:t>
            </a:r>
            <a:r>
              <a:rPr lang="en-US" dirty="0" err="1"/>
              <a:t>gesehen</a:t>
            </a:r>
            <a:r>
              <a:rPr lang="en-US" dirty="0"/>
              <a:t> </a:t>
            </a:r>
            <a:r>
              <a:rPr lang="en-US" dirty="0" err="1"/>
              <a:t>habe</a:t>
            </a:r>
            <a:r>
              <a:rPr lang="en-US" dirty="0"/>
              <a:t>: Die </a:t>
            </a:r>
            <a:r>
              <a:rPr lang="en-US" dirty="0" err="1"/>
              <a:t>Klaue</a:t>
            </a:r>
            <a:r>
              <a:rPr lang="en-US" dirty="0"/>
              <a:t>: Ich </a:t>
            </a:r>
            <a:r>
              <a:rPr lang="en-US" dirty="0" err="1"/>
              <a:t>merke</a:t>
            </a:r>
            <a:r>
              <a:rPr lang="en-US" dirty="0"/>
              <a:t> mir Seiten </a:t>
            </a:r>
            <a:r>
              <a:rPr lang="en-US" dirty="0" err="1"/>
              <a:t>vor</a:t>
            </a:r>
            <a:r>
              <a:rPr lang="en-US" dirty="0"/>
              <a:t>, die </a:t>
            </a:r>
            <a:r>
              <a:rPr lang="en-US" dirty="0" err="1"/>
              <a:t>denen</a:t>
            </a:r>
            <a:r>
              <a:rPr lang="en-US" dirty="0"/>
              <a:t> ich </a:t>
            </a:r>
            <a:r>
              <a:rPr lang="en-US" dirty="0" err="1"/>
              <a:t>ggf</a:t>
            </a:r>
            <a:r>
              <a:rPr lang="en-US" dirty="0"/>
              <a:t>.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zurückspringen</a:t>
            </a:r>
            <a:r>
              <a:rPr lang="en-US" dirty="0"/>
              <a:t> </a:t>
            </a:r>
            <a:r>
              <a:rPr lang="en-US" dirty="0" err="1"/>
              <a:t>möchte</a:t>
            </a:r>
            <a:r>
              <a:rPr lang="en-US" dirty="0"/>
              <a:t>,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Markeirungen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Temporär</a:t>
            </a:r>
            <a:r>
              <a:rPr lang="en-US" dirty="0"/>
              <a:t>. Dazu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z.B.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Übersicht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den </a:t>
            </a:r>
            <a:r>
              <a:rPr lang="en-US" dirty="0" err="1"/>
              <a:t>markierten</a:t>
            </a:r>
            <a:r>
              <a:rPr lang="en-US" dirty="0"/>
              <a:t> Seiten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gesamten</a:t>
            </a:r>
            <a:r>
              <a:rPr lang="en-US" dirty="0"/>
              <a:t> </a:t>
            </a:r>
            <a:r>
              <a:rPr lang="en-US" dirty="0" err="1"/>
              <a:t>Auszug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überlegt</a:t>
            </a:r>
            <a:r>
              <a:rPr lang="en-US" dirty="0"/>
              <a:t>, die </a:t>
            </a:r>
            <a:r>
              <a:rPr lang="en-US" dirty="0" err="1"/>
              <a:t>zeigt</a:t>
            </a:r>
            <a:r>
              <a:rPr lang="en-US" dirty="0"/>
              <a:t>, wo </a:t>
            </a:r>
            <a:r>
              <a:rPr lang="en-US" dirty="0" err="1"/>
              <a:t>etwas</a:t>
            </a:r>
            <a:r>
              <a:rPr lang="en-US" dirty="0"/>
              <a:t> </a:t>
            </a:r>
            <a:r>
              <a:rPr lang="en-US" dirty="0" err="1"/>
              <a:t>markiert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Welcher </a:t>
            </a:r>
            <a:r>
              <a:rPr lang="en-US" dirty="0" err="1"/>
              <a:t>Ausschnitt</a:t>
            </a:r>
            <a:r>
              <a:rPr lang="en-US" dirty="0"/>
              <a:t> </a:t>
            </a:r>
            <a:r>
              <a:rPr lang="en-US" dirty="0" err="1"/>
              <a:t>gerade</a:t>
            </a:r>
            <a:r>
              <a:rPr lang="en-US" dirty="0"/>
              <a:t> auf dem </a:t>
            </a:r>
            <a:r>
              <a:rPr lang="en-US" dirty="0" err="1"/>
              <a:t>Bildschirm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sehen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Als </a:t>
            </a:r>
            <a:r>
              <a:rPr lang="en-US" dirty="0" err="1"/>
              <a:t>Metapher</a:t>
            </a:r>
            <a:r>
              <a:rPr lang="en-US" dirty="0"/>
              <a:t> </a:t>
            </a:r>
            <a:r>
              <a:rPr lang="en-US" dirty="0" err="1"/>
              <a:t>könnte</a:t>
            </a:r>
            <a:r>
              <a:rPr lang="en-US" dirty="0"/>
              <a:t> man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vorstellen</a:t>
            </a:r>
            <a:r>
              <a:rPr lang="en-US" dirty="0"/>
              <a:t> die Multiview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Dreifingergeste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öffnen</a:t>
            </a:r>
            <a:r>
              <a:rPr lang="en-US" dirty="0"/>
              <a:t> und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schließen</a:t>
            </a:r>
            <a:r>
              <a:rPr lang="en-US" dirty="0"/>
              <a:t> (analog </a:t>
            </a:r>
            <a:r>
              <a:rPr lang="en-US" dirty="0" err="1"/>
              <a:t>zu</a:t>
            </a:r>
            <a:r>
              <a:rPr lang="en-US" dirty="0"/>
              <a:t> den ”</a:t>
            </a:r>
            <a:r>
              <a:rPr lang="en-US" dirty="0" err="1"/>
              <a:t>Weiten</a:t>
            </a:r>
            <a:r>
              <a:rPr lang="en-US" dirty="0"/>
              <a:t> </a:t>
            </a:r>
            <a:r>
              <a:rPr lang="en-US" dirty="0" err="1"/>
              <a:t>gesten</a:t>
            </a:r>
            <a:r>
              <a:rPr lang="en-US" dirty="0"/>
              <a:t>” auf </a:t>
            </a:r>
            <a:r>
              <a:rPr lang="en-US" dirty="0" err="1"/>
              <a:t>einem</a:t>
            </a:r>
            <a:r>
              <a:rPr lang="en-US" dirty="0"/>
              <a:t> MacBook).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090EF-449B-5242-A69B-3BD2B4D43B9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692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Das Problem: Wie </a:t>
            </a:r>
            <a:r>
              <a:rPr lang="en-US" dirty="0" err="1"/>
              <a:t>bekomme</a:t>
            </a:r>
            <a:r>
              <a:rPr lang="en-US" dirty="0"/>
              <a:t> ich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Änderung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, die für </a:t>
            </a:r>
            <a:r>
              <a:rPr lang="en-US" dirty="0" err="1"/>
              <a:t>mich</a:t>
            </a:r>
            <a:r>
              <a:rPr lang="en-US" dirty="0"/>
              <a:t> relevant </a:t>
            </a:r>
            <a:r>
              <a:rPr lang="en-US" dirty="0" err="1"/>
              <a:t>ist</a:t>
            </a:r>
            <a:r>
              <a:rPr lang="en-US" dirty="0"/>
              <a:t> und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ich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anderen</a:t>
            </a:r>
            <a:r>
              <a:rPr lang="en-US" dirty="0"/>
              <a:t> </a:t>
            </a:r>
            <a:r>
              <a:rPr lang="en-US" dirty="0" err="1"/>
              <a:t>Versionen</a:t>
            </a:r>
            <a:r>
              <a:rPr lang="en-US" dirty="0"/>
              <a:t> </a:t>
            </a:r>
            <a:r>
              <a:rPr lang="en-US" dirty="0" err="1"/>
              <a:t>vergleichen</a:t>
            </a:r>
            <a:r>
              <a:rPr lang="en-US" dirty="0"/>
              <a:t>?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Änderungen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ich </a:t>
            </a:r>
            <a:r>
              <a:rPr lang="en-US" dirty="0" err="1"/>
              <a:t>dann</a:t>
            </a:r>
            <a:r>
              <a:rPr lang="en-US" dirty="0"/>
              <a:t> für </a:t>
            </a:r>
            <a:r>
              <a:rPr lang="en-US" dirty="0" err="1"/>
              <a:t>mich</a:t>
            </a:r>
            <a:r>
              <a:rPr lang="en-US" dirty="0"/>
              <a:t> </a:t>
            </a:r>
            <a:r>
              <a:rPr lang="en-US" dirty="0" err="1"/>
              <a:t>übernehmen</a:t>
            </a:r>
            <a:r>
              <a:rPr lang="en-US" dirty="0"/>
              <a:t>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Slider </a:t>
            </a:r>
            <a:r>
              <a:rPr lang="en-US" dirty="0" err="1"/>
              <a:t>damit</a:t>
            </a:r>
            <a:r>
              <a:rPr lang="en-US" dirty="0"/>
              <a:t> </a:t>
            </a:r>
            <a:r>
              <a:rPr lang="en-US" dirty="0" err="1"/>
              <a:t>bekommt</a:t>
            </a:r>
            <a:r>
              <a:rPr lang="en-US" dirty="0"/>
              <a:t> man </a:t>
            </a:r>
            <a:r>
              <a:rPr lang="en-US" dirty="0" err="1"/>
              <a:t>eine</a:t>
            </a:r>
            <a:r>
              <a:rPr lang="en-US" dirty="0"/>
              <a:t> Schnelle </a:t>
            </a:r>
            <a:r>
              <a:rPr lang="en-US" dirty="0" err="1"/>
              <a:t>flüssigere</a:t>
            </a:r>
            <a:r>
              <a:rPr lang="en-US" dirty="0"/>
              <a:t> </a:t>
            </a:r>
            <a:r>
              <a:rPr lang="en-US" dirty="0" err="1"/>
              <a:t>Filterung</a:t>
            </a:r>
            <a:r>
              <a:rPr lang="en-US" dirty="0"/>
              <a:t> </a:t>
            </a:r>
            <a:r>
              <a:rPr lang="en-US" dirty="0" err="1"/>
              <a:t>hin</a:t>
            </a:r>
            <a:endParaRPr lang="en-US" dirty="0"/>
          </a:p>
          <a:p>
            <a:pPr marL="685800" lvl="1" indent="-228600">
              <a:buAutoNum type="arabicPeriod"/>
            </a:pPr>
            <a:r>
              <a:rPr lang="en-US" dirty="0"/>
              <a:t>Dabei </a:t>
            </a:r>
            <a:r>
              <a:rPr lang="en-US" dirty="0" err="1"/>
              <a:t>handlet</a:t>
            </a:r>
            <a:r>
              <a:rPr lang="en-US" dirty="0"/>
              <a:t> es </a:t>
            </a:r>
            <a:r>
              <a:rPr lang="en-US" dirty="0" err="1"/>
              <a:t>sich</a:t>
            </a:r>
            <a:r>
              <a:rPr lang="en-US" dirty="0"/>
              <a:t> um </a:t>
            </a:r>
            <a:r>
              <a:rPr lang="en-US" dirty="0" err="1"/>
              <a:t>mehrere</a:t>
            </a:r>
            <a:r>
              <a:rPr lang="en-US" dirty="0"/>
              <a:t> </a:t>
            </a:r>
            <a:r>
              <a:rPr lang="en-US" dirty="0" err="1"/>
              <a:t>Überlappende</a:t>
            </a:r>
            <a:r>
              <a:rPr lang="en-US" dirty="0"/>
              <a:t> Fenster, de </a:t>
            </a:r>
            <a:r>
              <a:rPr lang="en-US" dirty="0" err="1"/>
              <a:t>jeweils</a:t>
            </a:r>
            <a:r>
              <a:rPr lang="en-US" dirty="0"/>
              <a:t> </a:t>
            </a:r>
            <a:r>
              <a:rPr lang="en-US" dirty="0" err="1"/>
              <a:t>eigene</a:t>
            </a:r>
            <a:r>
              <a:rPr lang="en-US" dirty="0"/>
              <a:t> </a:t>
            </a:r>
            <a:r>
              <a:rPr lang="en-US" dirty="0" err="1"/>
              <a:t>Annotationen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. Dabei </a:t>
            </a:r>
            <a:r>
              <a:rPr lang="en-US" dirty="0" err="1"/>
              <a:t>kann</a:t>
            </a:r>
            <a:r>
              <a:rPr lang="en-US" dirty="0"/>
              <a:t> man </a:t>
            </a:r>
            <a:r>
              <a:rPr lang="en-US" dirty="0" err="1"/>
              <a:t>interaktiv</a:t>
            </a:r>
            <a:r>
              <a:rPr lang="en-US" dirty="0"/>
              <a:t> </a:t>
            </a:r>
            <a:r>
              <a:rPr lang="en-US" dirty="0" err="1"/>
              <a:t>verschiedene</a:t>
            </a:r>
            <a:r>
              <a:rPr lang="en-US" dirty="0"/>
              <a:t> Filter </a:t>
            </a:r>
            <a:r>
              <a:rPr lang="en-US" dirty="0" err="1"/>
              <a:t>setzen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Teile</a:t>
            </a:r>
            <a:r>
              <a:rPr lang="en-US" dirty="0"/>
              <a:t> des </a:t>
            </a:r>
            <a:r>
              <a:rPr lang="en-US" dirty="0" err="1"/>
              <a:t>Bildschirms</a:t>
            </a:r>
            <a:r>
              <a:rPr lang="en-US" dirty="0"/>
              <a:t> </a:t>
            </a:r>
            <a:r>
              <a:rPr lang="en-US" dirty="0" err="1"/>
              <a:t>einbleinden</a:t>
            </a:r>
            <a:r>
              <a:rPr lang="en-US" dirty="0"/>
              <a:t>, </a:t>
            </a:r>
            <a:r>
              <a:rPr lang="en-US" dirty="0" err="1"/>
              <a:t>woraus</a:t>
            </a:r>
            <a:r>
              <a:rPr lang="en-US" dirty="0"/>
              <a:t> man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annotatinen</a:t>
            </a:r>
            <a:r>
              <a:rPr lang="en-US" dirty="0"/>
              <a:t> </a:t>
            </a:r>
            <a:r>
              <a:rPr lang="en-US" dirty="0" err="1"/>
              <a:t>ggf</a:t>
            </a:r>
            <a:r>
              <a:rPr lang="en-US" dirty="0"/>
              <a:t>. </a:t>
            </a:r>
            <a:r>
              <a:rPr lang="en-US" dirty="0" err="1"/>
              <a:t>Übernhemnen</a:t>
            </a:r>
            <a:r>
              <a:rPr lang="en-US" dirty="0"/>
              <a:t> </a:t>
            </a:r>
            <a:r>
              <a:rPr lang="en-US" dirty="0" err="1"/>
              <a:t>kan</a:t>
            </a: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Side by Side </a:t>
            </a:r>
            <a:r>
              <a:rPr lang="en-US" dirty="0" err="1"/>
              <a:t>Darstellung</a:t>
            </a:r>
            <a:r>
              <a:rPr lang="en-US" dirty="0"/>
              <a:t>, </a:t>
            </a:r>
            <a:r>
              <a:rPr lang="en-US" dirty="0" err="1"/>
              <a:t>wie</a:t>
            </a:r>
            <a:r>
              <a:rPr lang="en-US" dirty="0"/>
              <a:t> man das </a:t>
            </a:r>
            <a:r>
              <a:rPr lang="en-US" dirty="0" err="1"/>
              <a:t>bei</a:t>
            </a:r>
            <a:r>
              <a:rPr lang="en-US" dirty="0"/>
              <a:t> Diff </a:t>
            </a:r>
            <a:r>
              <a:rPr lang="en-US" dirty="0" err="1"/>
              <a:t>Darstellungen</a:t>
            </a:r>
            <a:r>
              <a:rPr lang="en-US" dirty="0"/>
              <a:t> hat, die </a:t>
            </a:r>
            <a:r>
              <a:rPr lang="en-US" dirty="0" err="1"/>
              <a:t>aus</a:t>
            </a:r>
            <a:r>
              <a:rPr lang="en-US" dirty="0"/>
              <a:t> der </a:t>
            </a:r>
            <a:r>
              <a:rPr lang="en-US" dirty="0" err="1"/>
              <a:t>Programmierung</a:t>
            </a:r>
            <a:r>
              <a:rPr lang="en-US" dirty="0"/>
              <a:t> </a:t>
            </a:r>
            <a:r>
              <a:rPr lang="en-US" dirty="0" err="1"/>
              <a:t>kommen</a:t>
            </a:r>
            <a:endParaRPr lang="en-US" dirty="0"/>
          </a:p>
          <a:p>
            <a:pPr marL="685800" lvl="1" indent="-228600">
              <a:buAutoNum type="arabicPeriod"/>
            </a:pPr>
            <a:r>
              <a:rPr lang="en-US" dirty="0"/>
              <a:t>Dabei </a:t>
            </a:r>
            <a:r>
              <a:rPr lang="en-US" dirty="0" err="1"/>
              <a:t>sehen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die </a:t>
            </a:r>
            <a:r>
              <a:rPr lang="en-US" dirty="0" err="1"/>
              <a:t>Unterschiedene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den </a:t>
            </a:r>
            <a:r>
              <a:rPr lang="en-US" dirty="0" err="1"/>
              <a:t>eigenen</a:t>
            </a:r>
            <a:r>
              <a:rPr lang="en-US" dirty="0"/>
              <a:t> und </a:t>
            </a:r>
            <a:r>
              <a:rPr lang="en-US" dirty="0" err="1"/>
              <a:t>anderen</a:t>
            </a:r>
            <a:r>
              <a:rPr lang="en-US" dirty="0"/>
              <a:t> </a:t>
            </a:r>
            <a:r>
              <a:rPr lang="en-US" dirty="0" err="1"/>
              <a:t>Versionenen</a:t>
            </a:r>
            <a:r>
              <a:rPr lang="en-US" dirty="0"/>
              <a:t>. </a:t>
            </a:r>
            <a:r>
              <a:rPr lang="en-US" dirty="0" err="1"/>
              <a:t>Übernehmen</a:t>
            </a:r>
            <a:r>
              <a:rPr lang="en-US" dirty="0"/>
              <a:t> </a:t>
            </a:r>
            <a:r>
              <a:rPr lang="en-US" dirty="0" err="1"/>
              <a:t>soll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möglich</a:t>
            </a:r>
            <a:r>
              <a:rPr lang="en-US" dirty="0"/>
              <a:t> sein.</a:t>
            </a:r>
          </a:p>
          <a:p>
            <a:pPr marL="685800" lvl="1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Die </a:t>
            </a:r>
            <a:r>
              <a:rPr lang="en-US" dirty="0" err="1"/>
              <a:t>Versionen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all transparent </a:t>
            </a:r>
            <a:r>
              <a:rPr lang="en-US" dirty="0" err="1"/>
              <a:t>übereinander</a:t>
            </a:r>
            <a:r>
              <a:rPr lang="en-US" dirty="0"/>
              <a:t> </a:t>
            </a:r>
            <a:r>
              <a:rPr lang="en-US" dirty="0" err="1"/>
              <a:t>dargestellt</a:t>
            </a:r>
            <a:r>
              <a:rPr lang="en-US" dirty="0"/>
              <a:t>, und </a:t>
            </a:r>
            <a:r>
              <a:rPr lang="en-US" dirty="0" err="1"/>
              <a:t>mit</a:t>
            </a:r>
            <a:r>
              <a:rPr lang="en-US" dirty="0"/>
              <a:t> dem </a:t>
            </a:r>
            <a:r>
              <a:rPr lang="en-US" dirty="0" err="1"/>
              <a:t>Urheber</a:t>
            </a:r>
            <a:r>
              <a:rPr lang="en-US" dirty="0"/>
              <a:t> </a:t>
            </a:r>
            <a:r>
              <a:rPr lang="en-US" dirty="0" err="1"/>
              <a:t>markiert</a:t>
            </a:r>
            <a:r>
              <a:rPr lang="en-US" dirty="0"/>
              <a:t> (alle Layer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filterbar</a:t>
            </a:r>
            <a:r>
              <a:rPr lang="en-US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090EF-449B-5242-A69B-3BD2B4D43B9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376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 err="1"/>
              <a:t>hier</a:t>
            </a:r>
            <a:r>
              <a:rPr lang="en-US" dirty="0"/>
              <a:t>: Wie </a:t>
            </a:r>
            <a:r>
              <a:rPr lang="en-US" dirty="0" err="1"/>
              <a:t>komme</a:t>
            </a:r>
            <a:r>
              <a:rPr lang="en-US" dirty="0"/>
              <a:t> ich </a:t>
            </a:r>
            <a:r>
              <a:rPr lang="en-US" dirty="0" err="1"/>
              <a:t>effektiv</a:t>
            </a:r>
            <a:r>
              <a:rPr lang="en-US" dirty="0"/>
              <a:t> und gut an </a:t>
            </a:r>
            <a:r>
              <a:rPr lang="en-US" dirty="0" err="1"/>
              <a:t>Annotationen</a:t>
            </a:r>
            <a:r>
              <a:rPr lang="en-US" dirty="0"/>
              <a:t> ran, die ich </a:t>
            </a:r>
            <a:r>
              <a:rPr lang="en-US" dirty="0" err="1"/>
              <a:t>brauche</a:t>
            </a:r>
            <a:r>
              <a:rPr lang="en-US" dirty="0"/>
              <a:t>: Also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bekannte</a:t>
            </a:r>
            <a:r>
              <a:rPr lang="en-US" dirty="0"/>
              <a:t>,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Pfeile</a:t>
            </a:r>
            <a:r>
              <a:rPr lang="en-US" dirty="0"/>
              <a:t>, Piano, </a:t>
            </a:r>
            <a:r>
              <a:rPr lang="en-US" dirty="0" err="1"/>
              <a:t>Notenköpfe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, </a:t>
            </a:r>
            <a:r>
              <a:rPr lang="en-US" dirty="0" err="1"/>
              <a:t>sondern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eigene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Fragen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sowas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Platz, den man </a:t>
            </a:r>
            <a:r>
              <a:rPr lang="en-US" dirty="0" err="1"/>
              <a:t>sparen</a:t>
            </a:r>
            <a:r>
              <a:rPr lang="en-US" dirty="0"/>
              <a:t> muss,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ich </a:t>
            </a:r>
            <a:r>
              <a:rPr lang="en-US" dirty="0" err="1"/>
              <a:t>z.B.</a:t>
            </a:r>
            <a:r>
              <a:rPr lang="en-US" dirty="0"/>
              <a:t> </a:t>
            </a:r>
            <a:r>
              <a:rPr lang="en-US" dirty="0" err="1"/>
              <a:t>Konventionen</a:t>
            </a:r>
            <a:r>
              <a:rPr lang="en-US" dirty="0"/>
              <a:t> </a:t>
            </a:r>
            <a:r>
              <a:rPr lang="en-US" dirty="0" err="1"/>
              <a:t>abbilden</a:t>
            </a:r>
            <a:r>
              <a:rPr lang="en-US" dirty="0"/>
              <a:t>? Dazu </a:t>
            </a:r>
            <a:r>
              <a:rPr lang="en-US" dirty="0" err="1"/>
              <a:t>gehört</a:t>
            </a:r>
            <a:r>
              <a:rPr lang="en-US" dirty="0"/>
              <a:t> es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unserer</a:t>
            </a:r>
            <a:r>
              <a:rPr lang="en-US" dirty="0"/>
              <a:t> Meinung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dazu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man </a:t>
            </a:r>
            <a:r>
              <a:rPr lang="en-US" dirty="0" err="1"/>
              <a:t>selber</a:t>
            </a:r>
            <a:r>
              <a:rPr lang="en-US" dirty="0"/>
              <a:t> Templates </a:t>
            </a:r>
            <a:r>
              <a:rPr lang="en-US" dirty="0" err="1"/>
              <a:t>erstellen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. </a:t>
            </a:r>
            <a:r>
              <a:rPr lang="en-US" dirty="0" err="1"/>
              <a:t>Diese</a:t>
            </a:r>
            <a:r>
              <a:rPr lang="en-US" dirty="0"/>
              <a:t> muss man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benutzen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man und </a:t>
            </a:r>
            <a:r>
              <a:rPr lang="en-US" dirty="0" err="1"/>
              <a:t>sichert</a:t>
            </a:r>
            <a:r>
              <a:rPr lang="en-US" dirty="0"/>
              <a:t> so </a:t>
            </a:r>
            <a:r>
              <a:rPr lang="en-US" dirty="0" err="1"/>
              <a:t>auch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die </a:t>
            </a:r>
            <a:r>
              <a:rPr lang="en-US" dirty="0" err="1"/>
              <a:t>Anweisungen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an die </a:t>
            </a:r>
            <a:r>
              <a:rPr lang="en-US" dirty="0" err="1"/>
              <a:t>nächste</a:t>
            </a:r>
            <a:r>
              <a:rPr lang="en-US" dirty="0"/>
              <a:t> Person </a:t>
            </a:r>
            <a:r>
              <a:rPr lang="en-US" dirty="0" err="1"/>
              <a:t>weiter</a:t>
            </a:r>
            <a:r>
              <a:rPr lang="en-US" dirty="0"/>
              <a:t> </a:t>
            </a:r>
            <a:r>
              <a:rPr lang="en-US" dirty="0" err="1"/>
              <a:t>getragen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können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Dafür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zwei</a:t>
            </a:r>
            <a:r>
              <a:rPr lang="en-US" dirty="0"/>
              <a:t> </a:t>
            </a:r>
            <a:r>
              <a:rPr lang="en-US" dirty="0" err="1"/>
              <a:t>Ansätze</a:t>
            </a:r>
            <a:r>
              <a:rPr lang="en-US" dirty="0"/>
              <a:t>: </a:t>
            </a:r>
          </a:p>
          <a:p>
            <a:pPr marL="228600" indent="-228600">
              <a:buAutoNum type="arabicPeriod"/>
            </a:pPr>
            <a:r>
              <a:rPr lang="en-US" dirty="0"/>
              <a:t>Ein </a:t>
            </a:r>
            <a:r>
              <a:rPr lang="en-US" dirty="0" err="1"/>
              <a:t>flaches</a:t>
            </a:r>
            <a:r>
              <a:rPr lang="en-US" dirty="0"/>
              <a:t> </a:t>
            </a:r>
            <a:r>
              <a:rPr lang="en-US" dirty="0" err="1"/>
              <a:t>Radialmenü</a:t>
            </a:r>
            <a:r>
              <a:rPr lang="en-US" dirty="0"/>
              <a:t>, welches alle </a:t>
            </a:r>
            <a:r>
              <a:rPr lang="en-US" dirty="0" err="1"/>
              <a:t>annotationen</a:t>
            </a:r>
            <a:r>
              <a:rPr lang="en-US" dirty="0"/>
              <a:t> und </a:t>
            </a:r>
            <a:r>
              <a:rPr lang="en-US" dirty="0" err="1"/>
              <a:t>symbole</a:t>
            </a:r>
            <a:r>
              <a:rPr lang="en-US" dirty="0"/>
              <a:t> hat, die man </a:t>
            </a:r>
            <a:r>
              <a:rPr lang="en-US" dirty="0" err="1"/>
              <a:t>braucht</a:t>
            </a:r>
            <a:r>
              <a:rPr lang="en-US" dirty="0"/>
              <a:t>, </a:t>
            </a:r>
          </a:p>
          <a:p>
            <a:pPr marL="228600" indent="-228600">
              <a:buAutoNum type="arabicPeriod"/>
            </a:pP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flaches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katergoriales</a:t>
            </a:r>
            <a:r>
              <a:rPr lang="en-US" dirty="0"/>
              <a:t> </a:t>
            </a:r>
            <a:r>
              <a:rPr lang="en-US" dirty="0" err="1"/>
              <a:t>spiralmenü</a:t>
            </a:r>
            <a:r>
              <a:rPr lang="en-US" dirty="0"/>
              <a:t>, welches auf </a:t>
            </a:r>
            <a:r>
              <a:rPr lang="en-US" dirty="0" err="1"/>
              <a:t>Anfrage</a:t>
            </a:r>
            <a:r>
              <a:rPr lang="en-US" dirty="0"/>
              <a:t> </a:t>
            </a:r>
            <a:r>
              <a:rPr lang="en-US" dirty="0" err="1"/>
              <a:t>erscheint</a:t>
            </a:r>
            <a:r>
              <a:rPr lang="en-US" dirty="0"/>
              <a:t>, </a:t>
            </a:r>
            <a:r>
              <a:rPr lang="en-US" dirty="0" err="1"/>
              <a:t>aus</a:t>
            </a:r>
            <a:r>
              <a:rPr lang="en-US" dirty="0"/>
              <a:t> dem man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Element </a:t>
            </a:r>
            <a:r>
              <a:rPr lang="en-US" dirty="0" err="1"/>
              <a:t>heraussucht</a:t>
            </a:r>
            <a:endParaRPr lang="en-US" dirty="0"/>
          </a:p>
          <a:p>
            <a:pPr marL="685800" lvl="1" indent="-228600">
              <a:buAutoNum type="arabicPeriod"/>
            </a:pPr>
            <a:r>
              <a:rPr lang="en-US" dirty="0" err="1"/>
              <a:t>Radialsysteme</a:t>
            </a:r>
            <a:r>
              <a:rPr lang="en-US" dirty="0"/>
              <a:t> </a:t>
            </a:r>
            <a:r>
              <a:rPr lang="en-US" dirty="0" err="1"/>
              <a:t>bieten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Platzsparende</a:t>
            </a:r>
            <a:r>
              <a:rPr lang="en-US" dirty="0"/>
              <a:t> Alternative für Flache listen, </a:t>
            </a:r>
            <a:r>
              <a:rPr lang="en-US" dirty="0" err="1"/>
              <a:t>bedeutet</a:t>
            </a:r>
            <a:r>
              <a:rPr lang="en-US" dirty="0"/>
              <a:t> Listen </a:t>
            </a:r>
            <a:r>
              <a:rPr lang="en-US" dirty="0" err="1"/>
              <a:t>dir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kategoriesiert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. </a:t>
            </a:r>
            <a:r>
              <a:rPr lang="en-US" dirty="0" err="1"/>
              <a:t>Kategorien</a:t>
            </a:r>
            <a:r>
              <a:rPr lang="en-US" dirty="0"/>
              <a:t> </a:t>
            </a:r>
            <a:r>
              <a:rPr lang="en-US" dirty="0" err="1"/>
              <a:t>möchten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einführen</a:t>
            </a:r>
            <a:r>
              <a:rPr lang="en-US" dirty="0"/>
              <a:t>, um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sehen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man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dami</a:t>
            </a:r>
            <a:r>
              <a:rPr lang="en-US" dirty="0"/>
              <a:t> am </a:t>
            </a:r>
            <a:r>
              <a:rPr lang="en-US" dirty="0" err="1"/>
              <a:t>besten</a:t>
            </a:r>
            <a:r>
              <a:rPr lang="en-US" dirty="0"/>
              <a:t> </a:t>
            </a:r>
            <a:r>
              <a:rPr lang="en-US" dirty="0" err="1"/>
              <a:t>fühlt</a:t>
            </a:r>
            <a:r>
              <a:rPr lang="en-US" dirty="0"/>
              <a:t>.</a:t>
            </a:r>
          </a:p>
          <a:p>
            <a:pPr marL="685800" lvl="1" indent="-228600">
              <a:buAutoNum type="arabicPeriod"/>
            </a:pPr>
            <a:endParaRPr lang="en-US" dirty="0"/>
          </a:p>
          <a:p>
            <a:pPr marL="685800" lvl="1" indent="-228600">
              <a:buAutoNum type="arabicPeriod"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Forschung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natürlich</a:t>
            </a:r>
            <a:r>
              <a:rPr lang="en-US" dirty="0"/>
              <a:t> da,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um </a:t>
            </a:r>
            <a:r>
              <a:rPr lang="en-US" dirty="0" err="1"/>
              <a:t>verifiziert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, </a:t>
            </a:r>
            <a:r>
              <a:rPr lang="en-US" dirty="0" err="1"/>
              <a:t>sondern</a:t>
            </a:r>
            <a:r>
              <a:rPr lang="en-US" dirty="0"/>
              <a:t> man </a:t>
            </a:r>
            <a:r>
              <a:rPr lang="en-US" dirty="0" err="1"/>
              <a:t>bemüht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stets </a:t>
            </a:r>
            <a:r>
              <a:rPr lang="en-US" dirty="0" err="1"/>
              <a:t>falsifierzirt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.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schlimmsten</a:t>
            </a:r>
            <a:r>
              <a:rPr lang="en-US" dirty="0"/>
              <a:t> Fall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allem</a:t>
            </a:r>
            <a:r>
              <a:rPr lang="en-US" dirty="0"/>
              <a:t> </a:t>
            </a:r>
            <a:r>
              <a:rPr lang="en-US" dirty="0" err="1"/>
              <a:t>danaben</a:t>
            </a:r>
            <a:r>
              <a:rPr lang="en-US" dirty="0"/>
              <a:t> </a:t>
            </a:r>
            <a:r>
              <a:rPr lang="en-US" dirty="0" err="1"/>
              <a:t>liegen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dafür</a:t>
            </a:r>
            <a:r>
              <a:rPr lang="en-US" dirty="0"/>
              <a:t> hat man ja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mehrere</a:t>
            </a:r>
            <a:r>
              <a:rPr lang="en-US" dirty="0"/>
              <a:t> </a:t>
            </a:r>
            <a:r>
              <a:rPr lang="en-US" dirty="0" err="1"/>
              <a:t>Entwicklungs</a:t>
            </a:r>
            <a:r>
              <a:rPr lang="en-US" dirty="0"/>
              <a:t> und </a:t>
            </a:r>
            <a:r>
              <a:rPr lang="en-US" dirty="0" err="1"/>
              <a:t>iterationsrunden</a:t>
            </a:r>
            <a:r>
              <a:rPr lang="en-US" dirty="0"/>
              <a:t>, </a:t>
            </a:r>
            <a:r>
              <a:rPr lang="en-US" dirty="0" err="1"/>
              <a:t>indem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feedback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Prototypen</a:t>
            </a:r>
            <a:r>
              <a:rPr lang="en-US" dirty="0"/>
              <a:t> </a:t>
            </a:r>
            <a:r>
              <a:rPr lang="en-US" dirty="0" err="1"/>
              <a:t>abholen</a:t>
            </a:r>
            <a:r>
              <a:rPr lang="en-US" dirty="0"/>
              <a:t> und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neuen</a:t>
            </a:r>
            <a:r>
              <a:rPr lang="en-US" dirty="0"/>
              <a:t> und </a:t>
            </a:r>
            <a:r>
              <a:rPr lang="en-US" dirty="0" err="1"/>
              <a:t>überarbeiteteten</a:t>
            </a:r>
            <a:r>
              <a:rPr lang="en-US" dirty="0"/>
              <a:t> </a:t>
            </a:r>
            <a:r>
              <a:rPr lang="en-US" dirty="0" err="1"/>
              <a:t>versionen</a:t>
            </a:r>
            <a:r>
              <a:rPr lang="en-US" dirty="0"/>
              <a:t> </a:t>
            </a: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Jahr </a:t>
            </a:r>
            <a:r>
              <a:rPr lang="en-US" dirty="0" err="1"/>
              <a:t>nochmal</a:t>
            </a:r>
            <a:r>
              <a:rPr lang="en-US" dirty="0"/>
              <a:t> </a:t>
            </a:r>
            <a:r>
              <a:rPr lang="en-US" dirty="0" err="1"/>
              <a:t>zurück</a:t>
            </a:r>
            <a:r>
              <a:rPr lang="en-US" dirty="0"/>
              <a:t> </a:t>
            </a:r>
            <a:r>
              <a:rPr lang="en-US" dirty="0" err="1"/>
              <a:t>kommen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.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090EF-449B-5242-A69B-3BD2B4D43B9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32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BF659F-0C11-1C29-E348-421A10CF8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7C58AA-0FAD-CAA6-5097-FB5465E39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F5E50-EBFD-8C18-D61D-BB997B1C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0612D8-EE36-7554-876C-6D943479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930A22-FE27-C2F2-19CF-576A42E7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90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E40744-86F6-D1AC-6987-799F9B10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7E5F0F-E312-0808-AF00-3AEBD4EA6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2A308E-309F-F729-ED68-3C431B81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C8F0EB-3FF4-A88A-3EDF-3CC119B0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737303-4E24-7CE4-04B8-C91CA5CD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8145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817B89-09FC-3BD9-2747-325C73CE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80B497-E451-DAE9-97DE-14B74B55E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6D0D9B-3118-336B-E2C9-4811D3F8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B5B4F1-7EF9-DA74-BED7-A715411A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C8683A-4C25-6445-81A6-99C0F553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032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BA799A-ADC3-4A14-758F-C89F287E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B958D7-84D5-C983-120B-FB16A6C25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DA9CAC-060B-3BB5-8CCC-93E48B1E4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47785D-E3CB-9B35-93A7-766AF8B3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3F7E80-086E-C526-7653-369362B4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C96288-2642-E309-D158-CA3421817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64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5F5E42-2ABE-C0C4-A756-6A4B238C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3435AD-8ACD-D026-EDE2-889004799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FA2950-4593-83B8-CFAC-542932F6D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7627B76-F0C1-390E-4AFD-5414E741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F7934E7-53FE-972E-EFE0-7C53060FE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728B57B-340C-E946-8083-CA5CD93C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CA20118-78DC-2B34-C5B0-56999175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4FCD1F1-84C6-623D-F503-E2871893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6679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3181B1-C6E4-65AB-E5F2-F34863EF5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5D3225-D878-CC20-5D6D-20B0F462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F41929-B47F-8275-0FCF-87FC18C6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19D67E-A5F1-8592-41AB-D347D7F5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919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847C253-F894-2CF8-0921-91AECC784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8C8FD26-6B67-55EA-F2E7-CE3413FF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7AABE8-861D-F31E-D981-4DFF83B8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3182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8CB07-FC21-A6C9-8863-98159D70D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EF5AF5-27C8-7425-7129-B59736F9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AE1790-60F8-F6B6-CC4A-9DA2AFD15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B613C9-EA95-D790-8E55-649812DF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ED96BA-2D26-033D-2E17-C0B9EA38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95A44A-587A-C4F8-1888-D25D38CD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078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98B48D-6AE1-8D34-2724-6A644DD9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844E671-C66B-42BC-77A9-C4C1188F6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94AA35-84C1-2C75-8507-BCDDB76DD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A430D0-FF4C-2986-9317-A4E3317C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964C33-5B78-921B-BAD6-B9F45A6C5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8C01CA-E5B3-A1AF-98DB-C5B4A039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3223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69551D-D6F7-A0CC-5931-16E62086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01227F-BC28-140C-B5A3-7D021DB09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088ACA-1306-E052-F03D-397EC6A5D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6DEFA0-93D9-A092-F6CF-479AC3C1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C5BD93-375D-8081-BEC0-7F431973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21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081479E-B83C-681D-1226-42FCE503D4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3E8FF77-752C-D929-BD95-070538007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42492A-AB3A-B0EB-92BC-2817EB34B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687F83-808F-63B0-9DC1-188374B5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CFF63B-6661-4DAF-8D93-5762394A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214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AAA2627-7F2B-CA90-5CF0-F9E276AA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8AFD5C-69D8-E23C-C9E0-5FD465A11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7FD4A8-E98C-C97D-2F9A-1D6C7C9A8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6A2C7B-8C62-824B-A949-9862754020DF}" type="datetimeFigureOut">
              <a:rPr lang="de-DE" smtClean="0"/>
              <a:t>10.10.26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F390B-2948-340D-5EF8-5BE892806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A45439-FA9E-BD2F-1051-0C694FE28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82AD1-4FF0-BD43-9398-F30730FDB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894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B4BDA0CC-2E57-8785-A420-2FB076983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2050" y="662781"/>
            <a:ext cx="7397779" cy="5532437"/>
          </a:xfrm>
          <a:prstGeom prst="rect">
            <a:avLst/>
          </a:prstGeom>
        </p:spPr>
      </p:pic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6D39072A-D6F0-1665-7108-543A5FE4FFE6}"/>
              </a:ext>
            </a:extLst>
          </p:cNvPr>
          <p:cNvSpPr/>
          <p:nvPr/>
        </p:nvSpPr>
        <p:spPr>
          <a:xfrm>
            <a:off x="129799" y="2138843"/>
            <a:ext cx="2053652" cy="1659993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-Star TW Medium" pitchFamily="2" charset="0"/>
              </a:rPr>
              <a:t>Stack of Previous Pages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A618398A-5D9F-BD73-A925-BC0D40241D1B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183451" y="1370429"/>
            <a:ext cx="809469" cy="159841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0FEB34D7-1BD7-9AE3-AB4A-8138833BF48F}"/>
              </a:ext>
            </a:extLst>
          </p:cNvPr>
          <p:cNvSpPr/>
          <p:nvPr/>
        </p:nvSpPr>
        <p:spPr>
          <a:xfrm>
            <a:off x="10264310" y="1285939"/>
            <a:ext cx="1447837" cy="768414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T-Star TW Medium" pitchFamily="2" charset="0"/>
              </a:rPr>
              <a:t>Miniview</a:t>
            </a:r>
            <a:endParaRPr lang="en-US" sz="1600" dirty="0">
              <a:latin typeface="T-Star TW Medium" pitchFamily="2" charset="0"/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326D62D3-9C97-3988-A578-CE9947CF6BC1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9463674" y="1670146"/>
            <a:ext cx="800636" cy="3181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287B0F78-4EC7-76DD-B37E-104BC795C1B4}"/>
              </a:ext>
            </a:extLst>
          </p:cNvPr>
          <p:cNvSpPr/>
          <p:nvPr/>
        </p:nvSpPr>
        <p:spPr>
          <a:xfrm>
            <a:off x="10264310" y="2510997"/>
            <a:ext cx="1447837" cy="768414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-Star TW Medium" pitchFamily="2" charset="0"/>
              </a:rPr>
              <a:t>Bookmarked Pages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A0E94837-DE50-D56A-2763-1ADF83B19131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9359904" y="2777073"/>
            <a:ext cx="904406" cy="11813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4DC6D63-85E6-8A41-A91C-5FA9B40B5E03}"/>
              </a:ext>
            </a:extLst>
          </p:cNvPr>
          <p:cNvSpPr/>
          <p:nvPr/>
        </p:nvSpPr>
        <p:spPr>
          <a:xfrm>
            <a:off x="10264310" y="3798836"/>
            <a:ext cx="1627771" cy="768414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-Star TW Medium" pitchFamily="2" charset="0"/>
              </a:rPr>
              <a:t>Bookmark on/off</a:t>
            </a:r>
          </a:p>
        </p:txBody>
      </p: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13F0BC6E-B23D-790D-DFE2-815E64C0FFE1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791084" y="1121048"/>
            <a:ext cx="4473226" cy="306199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15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F4B2F5F1-2392-EEDF-3F16-7E9F6FB7B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7452" y="859841"/>
            <a:ext cx="2950147" cy="224858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5C744B0-FDF7-2F3E-E2DA-C63CE95AF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254" y="1852827"/>
            <a:ext cx="5260298" cy="3948991"/>
          </a:xfrm>
          <a:prstGeom prst="rect">
            <a:avLst/>
          </a:prstGeom>
        </p:spPr>
      </p:pic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03091C13-0227-95A2-9BE8-0ABCDB3835D7}"/>
              </a:ext>
            </a:extLst>
          </p:cNvPr>
          <p:cNvSpPr/>
          <p:nvPr/>
        </p:nvSpPr>
        <p:spPr>
          <a:xfrm>
            <a:off x="707452" y="5042447"/>
            <a:ext cx="4014450" cy="847374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-Star TW Medium" pitchFamily="2" charset="0"/>
              </a:rPr>
              <a:t>Position of Bookmarked Pages in Whole Score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3ED1D0D1-3A82-90D9-A8E8-32032167D86F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721902" y="5312270"/>
            <a:ext cx="1618937" cy="1538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27C56587-CAEF-DC4C-A4E1-AD312DEA213F}"/>
              </a:ext>
            </a:extLst>
          </p:cNvPr>
          <p:cNvSpPr/>
          <p:nvPr/>
        </p:nvSpPr>
        <p:spPr>
          <a:xfrm>
            <a:off x="797392" y="3651751"/>
            <a:ext cx="4014450" cy="847374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-Star TW Medium" pitchFamily="2" charset="0"/>
              </a:rPr>
              <a:t>List of Bookmarked Pages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1FD37193-BD6F-50AA-1F5A-44D0869DF1C4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4811842" y="2685474"/>
            <a:ext cx="1948722" cy="13899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40F36B5B-D4B3-B40C-177F-F2067DF3CB91}"/>
              </a:ext>
            </a:extLst>
          </p:cNvPr>
          <p:cNvSpPr/>
          <p:nvPr/>
        </p:nvSpPr>
        <p:spPr>
          <a:xfrm>
            <a:off x="4088775" y="721461"/>
            <a:ext cx="2007225" cy="847374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T-Star TW Medium" pitchFamily="2" charset="0"/>
              </a:rPr>
              <a:t>Scrollwheel</a:t>
            </a:r>
            <a:endParaRPr lang="en-US" sz="1600" dirty="0">
              <a:latin typeface="T-Star TW Medium" pitchFamily="2" charset="0"/>
            </a:endParaRPr>
          </a:p>
        </p:txBody>
      </p: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48DB41E1-E153-04D3-E191-3024EC8C5277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353456" y="1145148"/>
            <a:ext cx="1735319" cy="77016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1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359B-1351-0E42-8493-3DE315E9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CDDBF32-176F-95E5-6FC1-4844C556E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36" y="716430"/>
            <a:ext cx="4289935" cy="3246437"/>
          </a:xfrm>
          <a:prstGeom prst="rect">
            <a:avLst/>
          </a:prstGeom>
        </p:spPr>
      </p:pic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8D7D3596-754F-C74F-79DF-5ADD0FB9D742}"/>
              </a:ext>
            </a:extLst>
          </p:cNvPr>
          <p:cNvSpPr/>
          <p:nvPr/>
        </p:nvSpPr>
        <p:spPr>
          <a:xfrm>
            <a:off x="2146515" y="4633606"/>
            <a:ext cx="2007225" cy="847374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-Star TW Medium" pitchFamily="2" charset="0"/>
              </a:rPr>
              <a:t>Interactive Filter Handles (Sliders)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4C99AE5C-9692-1493-6FA9-AFCA7214BDAA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1235654" y="3404517"/>
            <a:ext cx="1914474" cy="12290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8BC9F3A2-26C9-1298-A09E-1920CFDCD7FE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1235654" y="2688703"/>
            <a:ext cx="1914474" cy="19449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87413585-299E-D51F-B4F5-B396F7829665}"/>
              </a:ext>
            </a:extLst>
          </p:cNvPr>
          <p:cNvCxnSpPr>
            <a:cxnSpLocks/>
          </p:cNvCxnSpPr>
          <p:nvPr/>
        </p:nvCxnSpPr>
        <p:spPr>
          <a:xfrm flipH="1" flipV="1">
            <a:off x="1728870" y="1753741"/>
            <a:ext cx="1421258" cy="28798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fik 16">
            <a:extLst>
              <a:ext uri="{FF2B5EF4-FFF2-40B4-BE49-F238E27FC236}">
                <a16:creationId xmlns:a16="http://schemas.microsoft.com/office/drawing/2014/main" id="{6D723BB8-177A-0E19-3044-CF6734D3C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511" y="1834582"/>
            <a:ext cx="4893276" cy="3652098"/>
          </a:xfrm>
          <a:prstGeom prst="rect">
            <a:avLst/>
          </a:prstGeom>
        </p:spPr>
      </p:pic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2453FC25-3141-85C8-8D9B-230B3254256C}"/>
              </a:ext>
            </a:extLst>
          </p:cNvPr>
          <p:cNvSpPr/>
          <p:nvPr/>
        </p:nvSpPr>
        <p:spPr>
          <a:xfrm>
            <a:off x="5604929" y="716430"/>
            <a:ext cx="2801164" cy="847374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-Star TW Medium" pitchFamily="2" charset="0"/>
              </a:rPr>
              <a:t>Transparent Annotations by Other Trades</a:t>
            </a:r>
          </a:p>
        </p:txBody>
      </p: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65ECE466-CB86-FDBD-EF10-C08A56D65E06}"/>
              </a:ext>
            </a:extLst>
          </p:cNvPr>
          <p:cNvCxnSpPr>
            <a:cxnSpLocks/>
          </p:cNvCxnSpPr>
          <p:nvPr/>
        </p:nvCxnSpPr>
        <p:spPr>
          <a:xfrm flipH="1" flipV="1">
            <a:off x="7005511" y="1563804"/>
            <a:ext cx="2890526" cy="12714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4400075F-A616-FE6D-DEAD-23AAF8F4478F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7005511" y="1563804"/>
            <a:ext cx="3982918" cy="6357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39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D709A-A577-C7AE-2A3A-77028EC56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39C842CB-1059-3704-84DE-C7E9F48B0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03227" y="2076450"/>
            <a:ext cx="2921000" cy="2705100"/>
          </a:xfrm>
          <a:prstGeom prst="rect">
            <a:avLst/>
          </a:prstGeom>
        </p:spPr>
      </p:pic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9D7D2BE6-4402-3507-E4EF-AE5479B55C64}"/>
              </a:ext>
            </a:extLst>
          </p:cNvPr>
          <p:cNvSpPr/>
          <p:nvPr/>
        </p:nvSpPr>
        <p:spPr>
          <a:xfrm>
            <a:off x="4397117" y="1714663"/>
            <a:ext cx="2007225" cy="847374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-Star TW Medium" pitchFamily="2" charset="0"/>
              </a:rPr>
              <a:t>Radial-/</a:t>
            </a:r>
            <a:r>
              <a:rPr lang="en-US" sz="1600" dirty="0" err="1">
                <a:latin typeface="T-Star TW Medium" pitchFamily="2" charset="0"/>
              </a:rPr>
              <a:t>Spiralmenu</a:t>
            </a:r>
            <a:endParaRPr lang="en-US" sz="1600" dirty="0">
              <a:latin typeface="T-Star TW Medium" pitchFamily="2" charset="0"/>
            </a:endParaRP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150E9DD4-90E2-CCDA-2ADB-4812EA52BDF6}"/>
              </a:ext>
            </a:extLst>
          </p:cNvPr>
          <p:cNvCxnSpPr>
            <a:cxnSpLocks/>
            <a:endCxn id="5" idx="3"/>
          </p:cNvCxnSpPr>
          <p:nvPr/>
        </p:nvCxnSpPr>
        <p:spPr>
          <a:xfrm flipH="1" flipV="1">
            <a:off x="6404342" y="2138350"/>
            <a:ext cx="3114412" cy="12906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3B2938CC-51BC-37A1-A3CA-72077CC26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2" y="1686706"/>
            <a:ext cx="1772309" cy="4654550"/>
          </a:xfrm>
          <a:prstGeom prst="rect">
            <a:avLst/>
          </a:prstGeom>
        </p:spPr>
      </p:pic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25D3F406-6528-7B89-03E6-9232CE8A885B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929390" y="2138350"/>
            <a:ext cx="3467727" cy="8127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96FF692D-D852-5448-C5FE-E55E61A2955F}"/>
              </a:ext>
            </a:extLst>
          </p:cNvPr>
          <p:cNvSpPr/>
          <p:nvPr/>
        </p:nvSpPr>
        <p:spPr>
          <a:xfrm>
            <a:off x="3709026" y="4470458"/>
            <a:ext cx="2007225" cy="847374"/>
          </a:xfrm>
          <a:prstGeom prst="roundRect">
            <a:avLst/>
          </a:prstGeom>
          <a:solidFill>
            <a:srgbClr val="ECECEC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-Star TW Medium" pitchFamily="2" charset="0"/>
              </a:rPr>
              <a:t>Template </a:t>
            </a:r>
            <a:r>
              <a:rPr lang="en-US" sz="1600" dirty="0" err="1">
                <a:latin typeface="T-Star TW Medium" pitchFamily="2" charset="0"/>
              </a:rPr>
              <a:t>Dialoge</a:t>
            </a:r>
            <a:endParaRPr lang="en-US" sz="1600" dirty="0">
              <a:latin typeface="T-Star TW Medium" pitchFamily="2" charset="0"/>
            </a:endParaRP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A5378C01-7A9E-9D53-AFA3-C91D2000A336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734518" y="4044244"/>
            <a:ext cx="2974508" cy="8499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6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Macintosh PowerPoint</Application>
  <PresentationFormat>Breitbild</PresentationFormat>
  <Paragraphs>55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T-Star TW Medium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Matthias Nowakowski</dc:creator>
  <cp:lastModifiedBy>Matthias Nowakowski</cp:lastModifiedBy>
  <cp:revision>1</cp:revision>
  <dcterms:created xsi:type="dcterms:W3CDTF">2026-10-10T15:35:29Z</dcterms:created>
  <dcterms:modified xsi:type="dcterms:W3CDTF">2026-10-10T15:38:16Z</dcterms:modified>
</cp:coreProperties>
</file>